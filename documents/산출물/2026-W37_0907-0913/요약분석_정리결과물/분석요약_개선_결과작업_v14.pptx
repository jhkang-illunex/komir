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FF0000"/>
                </a:solidFill>
              </a:rPr>
              <a:t>니켈 대비 동의</a:t>
            </a:r>
            <a:r>
              <a:rPr sz="1100" b="0"/>
              <a:t> 가격비율은 현재 </a:t>
            </a:r>
            <a:r>
              <a:rPr sz="1100" b="0">
                <a:solidFill>
                  <a:srgbClr val="FF0000"/>
                </a:solidFill>
              </a:rPr>
              <a:t>86.53%로,</a:t>
            </a:r>
            <a:r>
              <a:rPr sz="1100" b="0"/>
              <a:t> 조회기간 </a:t>
            </a:r>
            <a:r>
              <a:rPr sz="1100" b="0">
                <a:solidFill>
                  <a:srgbClr val="FF0000"/>
                </a:solidFill>
              </a:rPr>
              <a:t>평균(64.38%)</a:t>
            </a:r>
            <a:r>
              <a:rPr sz="1100" b="0"/>
              <a:t>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FF0000"/>
                </a:solidFill>
              </a:rPr>
              <a:t>몰리브덴 대비 코발트의</a:t>
            </a:r>
            <a:r>
              <a:rPr sz="1200" b="0"/>
              <a:t> 가격비율은 현재 </a:t>
            </a:r>
            <a:r>
              <a:rPr sz="1200" b="0">
                <a:solidFill>
                  <a:srgbClr val="FF0000"/>
                </a:solidFill>
              </a:rPr>
              <a:t>85.1%로,</a:t>
            </a:r>
            <a:r>
              <a:rPr sz="1200" b="0"/>
              <a:t> 조회기간 </a:t>
            </a:r>
            <a:r>
              <a:rPr sz="1200" b="0">
                <a:solidFill>
                  <a:srgbClr val="FF0000"/>
                </a:solidFill>
              </a:rPr>
              <a:t>평균(221.53%)</a:t>
            </a:r>
            <a:r>
              <a:rPr sz="1200" b="0"/>
              <a:t>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FF0000"/>
                </a:solidFill>
              </a:rPr>
              <a:t>유연탄 대비 우라늄의</a:t>
            </a:r>
            <a:r>
              <a:rPr sz="1100" b="0"/>
              <a:t> 가격비율은 현재 </a:t>
            </a:r>
            <a:r>
              <a:rPr sz="1100" b="0">
                <a:solidFill>
                  <a:srgbClr val="FF0000"/>
                </a:solidFill>
              </a:rPr>
              <a:t>70.04%로,</a:t>
            </a:r>
            <a:r>
              <a:rPr sz="1100" b="0"/>
              <a:t> 조회기간 </a:t>
            </a:r>
            <a:r>
              <a:rPr sz="1100" b="0">
                <a:solidFill>
                  <a:srgbClr val="FF0000"/>
                </a:solidFill>
              </a:rPr>
              <a:t>평균(73.84%)</a:t>
            </a:r>
            <a:r>
              <a:rPr sz="1100" b="0"/>
              <a:t>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FF0000"/>
                </a:solidFill>
              </a:rPr>
              <a:t>금 대비 흑연의</a:t>
            </a:r>
            <a:r>
              <a:rPr sz="1200" b="0"/>
              <a:t> 가격비율은 현재 </a:t>
            </a:r>
            <a:r>
              <a:rPr sz="1200" b="0">
                <a:solidFill>
                  <a:srgbClr val="FF0000"/>
                </a:solidFill>
              </a:rPr>
              <a:t>8.93%로,</a:t>
            </a:r>
            <a:r>
              <a:rPr sz="1200" b="0"/>
              <a:t> 조회기간 </a:t>
            </a:r>
            <a:r>
              <a:rPr sz="1200" b="0">
                <a:solidFill>
                  <a:srgbClr val="FF0000"/>
                </a:solidFill>
              </a:rPr>
              <a:t>평균(14.39%)</a:t>
            </a:r>
            <a:r>
              <a:rPr sz="1200" b="0"/>
              <a:t>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9월 11일 광물종합지수는 3,647.92포인트입니다. 전주 3,628.15포인트 대비 0.54%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3,647.92포인트로, 전주 대비 0.54% 상승했습니다. 구성 광종은 유연탄(25.6%)·동(16.6%)·알루미늄(15.7%) 등입니다. 메이저금속지수는 3,030.47포인트로, 전주 대비 0.96% 상승했습니다. 구성 광종은 동(28.2%)·알루미늄(26.6%) 등입니다. 희소금속지수는 2,925.65포인트로, 전주 대비 0.5% 상승했습니다. 구성 광종은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3,675포인트보다 0.74% 낮으며, 최저치인 3,454.93포인트보다 5.59% 높습니다.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3,647.92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3,030.47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2,925.65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32.80억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이 범위 내 74.62%이며, 상위 5개국까지 합산하면 이 범위 내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/>
              <a:t>KOMIS 차트 기준 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